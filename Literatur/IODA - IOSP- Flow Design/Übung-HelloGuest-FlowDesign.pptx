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9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6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BE813-AF88-D382-2A5D-B3652C39F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726CB-989C-F1C9-6AEA-E1518809C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5343B-8BC7-D60C-E487-38FDC6E66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E4DE1-7BF4-14AA-927D-F9CB2F6CE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FA89F-5ACB-B030-61D0-8634502C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359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D44D-1309-606E-F80B-FD3BDFB7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BAA68-F889-8115-C677-4C3551C30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CEB00-4F7D-C43D-3F71-2B2ABA63D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17C44-ECD1-87EE-9272-931980CB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76A2C-CFC6-303C-00C5-C7BDA665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2051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6B7AC-BF43-42B9-62CC-FBACF18D1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73D74-ADE9-8938-9EA6-CD7236704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4A311-CEEC-6D7A-05F6-EC752A29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6CD47-9644-B9B4-205D-C7A28857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A610D-48AA-4E8C-474A-1C4F5DF9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134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B88F-691E-3197-8E07-74E937F0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0997-F2C4-B6E2-E7E7-5D9F7E502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FBD77-157B-034F-F26E-DCB49250A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D3F77-858A-080E-E346-933671E05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EF0B1-D98D-663E-6466-9BBF033D8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1DC80-2F27-6205-3F2E-559A6BF4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124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1572-62C6-DA6E-A8D7-AD9472D6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3441C-FB37-6190-08BE-0821482A7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02EE3-92A7-F659-15E2-E8DAA94D7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F512D2-740F-E640-813E-9BCF5ED55A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61DD0-EA80-FE17-01B7-DA72D8784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E3DCB2-B5C4-E449-C130-3BC82DAF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09F4F6-A1C6-5B91-7356-0D3AEBD9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D703E9-4480-1688-BEF5-AAEC8EF67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816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40B35-4F53-248C-57A2-D9E94ADB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6A37C5-AACD-BA9E-FA64-04094E7F0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2EEB0-E268-1743-A802-F6D06326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AFF11-263E-B5B0-2080-A201BD8C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4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A4C10-6B3D-7A81-2202-DDD4C8044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8F52E-59F7-470D-9248-D931A5583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770DD-D239-6D27-0755-AF169C37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846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C7EF0-E349-3B26-6071-E3D59709B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64EEA-DDC1-8C90-97AA-C2DA66918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37494-0FF1-BE8C-A53A-25ECAC491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7DBB8-865A-1FED-676E-CF981B92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05E31-4F68-3AA7-A0CE-06F0B57A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3ECB5-A62B-D2B7-3165-AC271556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589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2A812-4E0B-85C7-614E-D6D8A6E72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101E8E-9D5B-161F-6900-47B4C0CAA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6FFAD-30DC-1B09-75FA-20FD1391C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0A40B-4FB5-B713-C9A4-2B40EB4C4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BB529-B649-6E22-B62A-73882CE5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823C6-D9BA-AE1E-625C-71D70029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029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E9DC-6C05-AE7C-9C05-6A476713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2D5E2-802B-6690-B52D-4D64D4A6A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4F001-8D74-F954-EA98-B02B9B918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309D8-AD77-86C5-6616-5544DC75F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EDF33-CC22-E3B2-60E7-1753E72C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4423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E498C0-CC0F-135D-BF72-D4C5D1BB4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8F2D9-784A-D474-5A03-7D818ACE4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07DC8-2908-EFC1-5A55-3105A258B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6A028-BCE4-5BC0-9182-40E8A7CA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7A2AE-A5F9-A11A-5B9C-B9F5273D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9553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59CAA-40D0-1F77-919C-01E277D6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1FDB4-785E-FB28-6FED-5457D1ADE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C7531-AF0F-FB8C-4814-792D66D1B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534C8-7CE1-431F-B59E-85D2D15995A4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257A9-EFA2-9DF8-43EA-87C050E3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61FD6-5695-604B-0645-D33B17E59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686AD-8037-40FA-8E4E-20411C132B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585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8F6FA7-7A72-25FD-83C2-C4FF31CF208A}"/>
              </a:ext>
            </a:extLst>
          </p:cNvPr>
          <p:cNvSpPr txBox="1"/>
          <p:nvPr/>
        </p:nvSpPr>
        <p:spPr>
          <a:xfrm>
            <a:off x="4500033" y="973667"/>
            <a:ext cx="319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fileName</a:t>
            </a:r>
            <a:r>
              <a:rPr lang="de-DE" dirty="0"/>
              <a:t> -&gt; Start -&gt; </a:t>
            </a:r>
            <a:r>
              <a:rPr lang="de-DE" dirty="0" err="1"/>
              <a:t>void</a:t>
            </a:r>
            <a:r>
              <a:rPr lang="de-DE" dirty="0"/>
              <a:t> / </a:t>
            </a:r>
            <a:r>
              <a:rPr lang="de-DE" dirty="0" err="1"/>
              <a:t>wait</a:t>
            </a:r>
            <a:endParaRPr lang="de-D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649A35A-BE00-1C90-4874-B98667CD7393}"/>
              </a:ext>
            </a:extLst>
          </p:cNvPr>
          <p:cNvSpPr/>
          <p:nvPr/>
        </p:nvSpPr>
        <p:spPr>
          <a:xfrm>
            <a:off x="2235200" y="1574800"/>
            <a:ext cx="7620000" cy="38269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501EA-9E6D-3069-5BDB-B2C62F38C002}"/>
              </a:ext>
            </a:extLst>
          </p:cNvPr>
          <p:cNvSpPr txBox="1"/>
          <p:nvPr/>
        </p:nvSpPr>
        <p:spPr>
          <a:xfrm>
            <a:off x="3479799" y="2104367"/>
            <a:ext cx="2040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fileName</a:t>
            </a:r>
            <a:r>
              <a:rPr lang="de-DE" dirty="0"/>
              <a:t> -&gt; Read </a:t>
            </a:r>
            <a:r>
              <a:rPr lang="de-DE" dirty="0" err="1"/>
              <a:t>csv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-&gt; </a:t>
            </a:r>
            <a:r>
              <a:rPr lang="de-DE" dirty="0" err="1"/>
              <a:t>line</a:t>
            </a:r>
            <a:r>
              <a:rPr lang="de-DE" dirty="0"/>
              <a:t>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C2337A-FC14-5F6E-73D0-8445AE77CE5F}"/>
              </a:ext>
            </a:extLst>
          </p:cNvPr>
          <p:cNvSpPr txBox="1"/>
          <p:nvPr/>
        </p:nvSpPr>
        <p:spPr>
          <a:xfrm>
            <a:off x="3403599" y="3175000"/>
            <a:ext cx="254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Console</a:t>
            </a:r>
            <a:r>
              <a:rPr lang="de-DE" dirty="0"/>
              <a:t> 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„Enter </a:t>
            </a:r>
            <a:r>
              <a:rPr lang="de-DE" dirty="0" err="1"/>
              <a:t>name</a:t>
            </a:r>
            <a:r>
              <a:rPr lang="de-DE" dirty="0"/>
              <a:t>“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097703-17A3-5A9A-9AA9-67B96D3B1F5A}"/>
              </a:ext>
            </a:extLst>
          </p:cNvPr>
          <p:cNvCxnSpPr/>
          <p:nvPr/>
        </p:nvCxnSpPr>
        <p:spPr>
          <a:xfrm>
            <a:off x="4673599" y="2771001"/>
            <a:ext cx="0" cy="403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BDF4A4-965E-04E2-7504-66DD2A5ED828}"/>
              </a:ext>
            </a:extLst>
          </p:cNvPr>
          <p:cNvSpPr txBox="1"/>
          <p:nvPr/>
        </p:nvSpPr>
        <p:spPr>
          <a:xfrm>
            <a:off x="6802967" y="3303600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visit</a:t>
            </a:r>
            <a:r>
              <a:rPr lang="de-DE" dirty="0"/>
              <a:t> </a:t>
            </a:r>
            <a:r>
              <a:rPr lang="de-DE" dirty="0" err="1"/>
              <a:t>counter</a:t>
            </a:r>
            <a:endParaRPr lang="de-D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F303F9-BD19-5546-0A09-AF4D934CBAC1}"/>
              </a:ext>
            </a:extLst>
          </p:cNvPr>
          <p:cNvCxnSpPr>
            <a:cxnSpLocks/>
          </p:cNvCxnSpPr>
          <p:nvPr/>
        </p:nvCxnSpPr>
        <p:spPr>
          <a:xfrm>
            <a:off x="5765800" y="3322030"/>
            <a:ext cx="3835400" cy="1639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AF4DA0-1ADB-04AD-FA15-08C1B1ABA168}"/>
              </a:ext>
            </a:extLst>
          </p:cNvPr>
          <p:cNvSpPr txBox="1"/>
          <p:nvPr/>
        </p:nvSpPr>
        <p:spPr>
          <a:xfrm>
            <a:off x="9787467" y="4776801"/>
            <a:ext cx="164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Guest </a:t>
            </a:r>
            <a:r>
              <a:rPr lang="de-DE" dirty="0" err="1"/>
              <a:t>name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8357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85852C-B131-46AA-52AB-801D4489D9DC}"/>
              </a:ext>
            </a:extLst>
          </p:cNvPr>
          <p:cNvSpPr txBox="1"/>
          <p:nvPr/>
        </p:nvSpPr>
        <p:spPr>
          <a:xfrm>
            <a:off x="4500033" y="973667"/>
            <a:ext cx="3191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Guest </a:t>
            </a:r>
            <a:r>
              <a:rPr lang="de-DE" dirty="0" err="1"/>
              <a:t>name</a:t>
            </a:r>
            <a:r>
              <a:rPr lang="de-DE" dirty="0"/>
              <a:t> -&gt; Welcome -&gt; </a:t>
            </a:r>
            <a:r>
              <a:rPr lang="de-DE" dirty="0" err="1"/>
              <a:t>message</a:t>
            </a:r>
            <a:endParaRPr lang="de-D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F423AB-1E02-47D9-C191-141C31772790}"/>
              </a:ext>
            </a:extLst>
          </p:cNvPr>
          <p:cNvSpPr/>
          <p:nvPr/>
        </p:nvSpPr>
        <p:spPr>
          <a:xfrm>
            <a:off x="2235200" y="1574800"/>
            <a:ext cx="7620000" cy="38269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9CB6D-738F-78F6-98BD-A1AC953DAEA1}"/>
              </a:ext>
            </a:extLst>
          </p:cNvPr>
          <p:cNvSpPr txBox="1"/>
          <p:nvPr/>
        </p:nvSpPr>
        <p:spPr>
          <a:xfrm>
            <a:off x="3479799" y="2104367"/>
            <a:ext cx="2040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fileName</a:t>
            </a:r>
            <a:r>
              <a:rPr lang="de-DE" dirty="0"/>
              <a:t> -&gt; Read </a:t>
            </a:r>
            <a:r>
              <a:rPr lang="de-DE" dirty="0" err="1"/>
              <a:t>csv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-&gt; </a:t>
            </a:r>
            <a:r>
              <a:rPr lang="de-DE" dirty="0" err="1"/>
              <a:t>line</a:t>
            </a:r>
            <a:r>
              <a:rPr lang="de-DE" dirty="0"/>
              <a:t>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6B8A1-928B-98C0-FC59-1BB1EAD6F402}"/>
              </a:ext>
            </a:extLst>
          </p:cNvPr>
          <p:cNvSpPr txBox="1"/>
          <p:nvPr/>
        </p:nvSpPr>
        <p:spPr>
          <a:xfrm>
            <a:off x="3403599" y="3175000"/>
            <a:ext cx="254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Console</a:t>
            </a:r>
            <a:r>
              <a:rPr lang="de-DE" dirty="0"/>
              <a:t> 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„Enter </a:t>
            </a:r>
            <a:r>
              <a:rPr lang="de-DE" dirty="0" err="1"/>
              <a:t>name</a:t>
            </a:r>
            <a:r>
              <a:rPr lang="de-DE" dirty="0"/>
              <a:t>“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1DEC45-84A2-5D7A-4D50-9E0B54589317}"/>
              </a:ext>
            </a:extLst>
          </p:cNvPr>
          <p:cNvCxnSpPr/>
          <p:nvPr/>
        </p:nvCxnSpPr>
        <p:spPr>
          <a:xfrm>
            <a:off x="4673599" y="2771001"/>
            <a:ext cx="0" cy="403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9D4156D-907E-31A7-C753-1324C8CD64C2}"/>
              </a:ext>
            </a:extLst>
          </p:cNvPr>
          <p:cNvSpPr txBox="1"/>
          <p:nvPr/>
        </p:nvSpPr>
        <p:spPr>
          <a:xfrm>
            <a:off x="6802967" y="3303600"/>
            <a:ext cx="1761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visit</a:t>
            </a:r>
            <a:r>
              <a:rPr lang="de-DE" dirty="0"/>
              <a:t> </a:t>
            </a:r>
            <a:r>
              <a:rPr lang="de-DE" dirty="0" err="1"/>
              <a:t>counter</a:t>
            </a:r>
            <a:endParaRPr lang="de-DE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3DBE57-FBBA-90D0-14ED-3B21C695BA14}"/>
              </a:ext>
            </a:extLst>
          </p:cNvPr>
          <p:cNvCxnSpPr>
            <a:cxnSpLocks/>
          </p:cNvCxnSpPr>
          <p:nvPr/>
        </p:nvCxnSpPr>
        <p:spPr>
          <a:xfrm>
            <a:off x="5765800" y="3322030"/>
            <a:ext cx="3835400" cy="1639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71EBA78-D906-E847-DFFC-D75BE077D6E5}"/>
              </a:ext>
            </a:extLst>
          </p:cNvPr>
          <p:cNvSpPr txBox="1"/>
          <p:nvPr/>
        </p:nvSpPr>
        <p:spPr>
          <a:xfrm>
            <a:off x="9787467" y="4776801"/>
            <a:ext cx="164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Guest </a:t>
            </a:r>
            <a:r>
              <a:rPr lang="de-DE" dirty="0" err="1"/>
              <a:t>name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816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Christian Fahrenholz</dc:creator>
  <cp:lastModifiedBy>Christian Fahrenholz</cp:lastModifiedBy>
  <cp:revision>1</cp:revision>
  <dcterms:created xsi:type="dcterms:W3CDTF">2023-06-01T23:02:28Z</dcterms:created>
  <dcterms:modified xsi:type="dcterms:W3CDTF">2023-06-14T07:21:46Z</dcterms:modified>
</cp:coreProperties>
</file>